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7" r:id="rId3"/>
    <p:sldId id="288" r:id="rId4"/>
    <p:sldId id="289" r:id="rId5"/>
    <p:sldId id="291" r:id="rId6"/>
    <p:sldId id="292" r:id="rId7"/>
    <p:sldId id="294" r:id="rId8"/>
    <p:sldId id="295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5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170CBF-1D9E-FD4F-00EF-71E1D9D40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526ADA8-8411-F7FA-2781-1ABDC472B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E8F5E5-6846-A2CE-0257-ECE75122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38B-015C-41F9-8184-207E488F4732}" type="datetimeFigureOut">
              <a:rPr lang="de-DE" smtClean="0"/>
              <a:t>18.01.2025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DA8D09-A743-E6BC-5C25-5A051D052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6A1C0F-A585-C468-61E9-08557902D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2E23-CE83-47EF-950E-8B31B81767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1017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9B2373-1842-AA81-64D1-4731AC1CF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E66438-63A7-48F6-DDCB-7A2701211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6F1B20-E651-D4C2-F4D3-7F0B143F9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38B-015C-41F9-8184-207E488F4732}" type="datetimeFigureOut">
              <a:rPr lang="de-DE" smtClean="0"/>
              <a:t>18.01.2025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FC1364-A87F-FB34-ADB1-FE29852D3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95EE96-EFC9-1D3F-C4E5-2585BAA4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2E23-CE83-47EF-950E-8B31B81767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3363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2DC502-B113-7418-D62A-C9AE73618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54BF22-9EB9-072A-76DB-CB07B47DF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EFD167-A490-EEBA-038C-A1C60CAFA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38B-015C-41F9-8184-207E488F4732}" type="datetimeFigureOut">
              <a:rPr lang="de-DE" smtClean="0"/>
              <a:t>18.01.2025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4A3802-0629-6997-5DC0-A8063B57A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61BF0F-A204-1EDD-7674-49AAB2AF1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2E23-CE83-47EF-950E-8B31B81767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0770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C632FD-51E3-FF3C-40B7-2261B3B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05854D-6F58-DE01-1BA4-3C119F4C7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4B760AA-1140-747A-94C1-B51675233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DCEDE1A-DD7B-7A23-D243-1791D3D98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38B-015C-41F9-8184-207E488F4732}" type="datetimeFigureOut">
              <a:rPr lang="de-DE" smtClean="0"/>
              <a:t>18.01.2025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439255A-4FB6-CED8-EF7E-5CA46A197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907258-33B1-4B3B-72B3-A2EFBDF87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2E23-CE83-47EF-950E-8B31B81767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337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370A6C-A0F8-95AC-057C-E65715320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0ABADA-93A1-9996-5A3B-666F83F61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9765105-A526-F4CA-52A7-57532C96F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D38E8D6-42B1-DC1F-3027-9C6355DF72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57F27B1-11B8-A4A5-1EFD-AA9D41441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85DDEC2-4711-C2EE-C543-281D42A50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38B-015C-41F9-8184-207E488F4732}" type="datetimeFigureOut">
              <a:rPr lang="de-DE" smtClean="0"/>
              <a:t>18.01.2025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C2F4BD1-C3AD-37D4-0655-9BE815833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195AD1A-66B1-D7CE-4563-D4259780A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2E23-CE83-47EF-950E-8B31B81767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425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D4DB98-7A09-B95F-CA66-A5F848E69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F18F597-1257-72A2-1883-4A38C596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38B-015C-41F9-8184-207E488F4732}" type="datetimeFigureOut">
              <a:rPr lang="de-DE" smtClean="0"/>
              <a:t>18.01.2025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C8589-2827-0650-BF45-E2C22F651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9052A7A-9546-7B0D-CDA2-9E2AC553A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2E23-CE83-47EF-950E-8B31B81767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8843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D4E88A3-F046-F8AB-A04B-A92F3D5C8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38B-015C-41F9-8184-207E488F4732}" type="datetimeFigureOut">
              <a:rPr lang="de-DE" smtClean="0"/>
              <a:t>18.01.2025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FB04E2A-4CA8-2AA4-8B37-431904ECE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5322DD-58BF-CF4F-A389-035DE340A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2E23-CE83-47EF-950E-8B31B81767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1206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11C139-429B-5773-989E-32717E46A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32F7D4-42D5-6383-486E-4B07CD157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013395D-4105-B7B4-F1DC-6C562B649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0B497F-8F2B-BCA5-E0CD-D2BBF7CC9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38B-015C-41F9-8184-207E488F4732}" type="datetimeFigureOut">
              <a:rPr lang="de-DE" smtClean="0"/>
              <a:t>18.01.2025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C027FD4-A81D-0B9B-E16B-77114818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A9536E-264D-75DB-127B-9C6B058FD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2E23-CE83-47EF-950E-8B31B81767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4496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05379-0AA4-CAE4-56A4-413DDA991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B7F2692-3F85-052C-F3A8-6110865CC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86B42DA-9134-122A-9CEA-BE056B2F5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3DEC26-574E-B1B3-D358-0CEA2B961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38B-015C-41F9-8184-207E488F4732}" type="datetimeFigureOut">
              <a:rPr lang="de-DE" smtClean="0"/>
              <a:t>18.01.2025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580F7D-DE7C-BA79-DAAF-24A600340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EF0F36-F2AF-3887-D061-4A286CB07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2E23-CE83-47EF-950E-8B31B81767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8902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68EA6F-8C4B-63D8-9391-BE457BBF4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19C394F-F361-0973-459D-B44A1A709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731BCE-FE43-C0F7-7088-B1C99797E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38B-015C-41F9-8184-207E488F4732}" type="datetimeFigureOut">
              <a:rPr lang="de-DE" smtClean="0"/>
              <a:t>18.01.2025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FD644E-3024-ABC5-7411-E75DBA50D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7A75CB-5B17-AFB5-8C7B-773FAC7EE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2E23-CE83-47EF-950E-8B31B81767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8796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F9E2C73-1B42-BACD-CE02-DB7A406F6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DC7B17C-73A9-54D0-11FA-E70D275DA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8C924A-F0C2-F07C-F15E-BAFDDD9F2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38B-015C-41F9-8184-207E488F4732}" type="datetimeFigureOut">
              <a:rPr lang="de-DE" smtClean="0"/>
              <a:t>18.01.2025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C67201-472E-554B-C4C8-3A6E3DE61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2FAC9A-3331-B261-4ACE-AF501237A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2E23-CE83-47EF-950E-8B31B81767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2918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1B87EC3-0895-665D-7827-962F93EE6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D2A0399-9181-0413-9964-8D707A952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8F7940-824A-9DB9-F8CF-D28EDD105B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8AF38B-015C-41F9-8184-207E488F4732}" type="datetimeFigureOut">
              <a:rPr lang="de-DE" smtClean="0"/>
              <a:t>18.01.2025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A67856-1D98-E165-CC49-D2AD41ADD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C1FE71-40EE-7300-20CE-254FB29DF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B2E23-CE83-47EF-950E-8B31B81767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903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D2C7E7-E257-4EBC-9658-D49A5CC25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de-DE" sz="5200" dirty="0">
                <a:solidFill>
                  <a:schemeClr val="tx2"/>
                </a:solidFill>
              </a:rPr>
              <a:t>Statische Programmanalyse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3BDAA2-ECB1-47E0-B3BE-F955A58A2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105194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 Deploying your Analyses</a:t>
            </a:r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166F447-08C2-575D-4845-A391A32A58A6}"/>
              </a:ext>
            </a:extLst>
          </p:cNvPr>
          <p:cNvSpPr txBox="1"/>
          <p:nvPr/>
        </p:nvSpPr>
        <p:spPr>
          <a:xfrm>
            <a:off x="8534400" y="4886960"/>
            <a:ext cx="2956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>
                <a:cs typeface="Calibri"/>
              </a:rPr>
              <a:t>Gruppe 3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6914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F3AAA5-0EE5-2C4B-4081-11DC2889C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7332"/>
            <a:ext cx="10515600" cy="5729631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DE" dirty="0"/>
              <a:t>6.1 Analyseaufgabe</a:t>
            </a:r>
          </a:p>
        </p:txBody>
      </p:sp>
    </p:spTree>
    <p:extLst>
      <p:ext uri="{BB962C8B-B14F-4D97-AF65-F5344CB8AC3E}">
        <p14:creationId xmlns:p14="http://schemas.microsoft.com/office/powerpoint/2010/main" val="2002139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797919-E04A-174F-47F7-3F1BB407A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Jar-Datei erstellen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1A44E7C-5693-7234-24FF-CC2996409D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8925" y="2901156"/>
            <a:ext cx="6534150" cy="2200275"/>
          </a:xfr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9C79238-285A-C7B5-80C3-85B861F08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925" y="5454834"/>
            <a:ext cx="590550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41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4F9B71-3973-8F69-4419-67BF13A0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Konfigurationsdateien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5AFD48-3D12-A7A5-BD30-DA6479D29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Config.json</a:t>
            </a:r>
            <a:endParaRPr lang="de-DE" dirty="0"/>
          </a:p>
          <a:p>
            <a:pPr lvl="1"/>
            <a:r>
              <a:rPr lang="de-DE" dirty="0"/>
              <a:t>Welche Task ausgeführt werden soll</a:t>
            </a:r>
          </a:p>
          <a:p>
            <a:r>
              <a:rPr lang="de-DE" dirty="0" err="1"/>
              <a:t>TaskConfig.json</a:t>
            </a:r>
            <a:endParaRPr lang="de-DE" dirty="0"/>
          </a:p>
          <a:p>
            <a:pPr lvl="1"/>
            <a:r>
              <a:rPr lang="de-DE" dirty="0"/>
              <a:t>Einzelne Konfigurationen für jede Task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45A00AB-DAF8-DB58-0DE1-5E554A541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83" y="3737329"/>
            <a:ext cx="2352675" cy="223837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7C74EED-F394-A46B-4220-ED39A5895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755" y="740017"/>
            <a:ext cx="4231758" cy="537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314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61930D-CF82-249C-7F37-F572EB39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Ausgaben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3D70A6-274D-BB59-616F-D0ADC79BB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Path der Ausgabe über </a:t>
            </a:r>
            <a:r>
              <a:rPr lang="de-DE" dirty="0" err="1"/>
              <a:t>TaskConfig</a:t>
            </a:r>
            <a:endParaRPr lang="de-DE" dirty="0"/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3ECB033C-2E3E-29F4-E4E9-D2E53CF78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88" y="2278655"/>
            <a:ext cx="8661035" cy="240384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D83AA04-A057-A21E-CC17-7FD56E803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00" y="4817436"/>
            <a:ext cx="11948599" cy="194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328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5A7A14-10A0-3B3B-F028-91B6D557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Fehlschlag/ </a:t>
            </a:r>
            <a:r>
              <a:rPr lang="de-DE" dirty="0" err="1"/>
              <a:t>ReadMe</a:t>
            </a:r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6C3E29-2339-D08D-856D-51DD218B42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054" y="3039263"/>
            <a:ext cx="10312217" cy="24622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java.lang.NullPointerException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Cannot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invoke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"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java.io.File.listFiles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()"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because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"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libraryPath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"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is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null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B5BB7B8-A9E7-07B9-B926-6CDBBD34D45A}"/>
              </a:ext>
            </a:extLst>
          </p:cNvPr>
          <p:cNvSpPr txBox="1"/>
          <p:nvPr/>
        </p:nvSpPr>
        <p:spPr>
          <a:xfrm>
            <a:off x="838200" y="2131407"/>
            <a:ext cx="107463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Normaler Error wird ausgegeben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0E5ED3E-A6B7-D0F0-6C93-3C60B0E24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827" y="3449446"/>
            <a:ext cx="7437998" cy="317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712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B2B2C-247C-C23B-2B4B-E374E03D2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929D13-7803-2C6C-D547-B5D9D1F61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7332"/>
            <a:ext cx="10515600" cy="5729631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DE" dirty="0"/>
              <a:t>7.2 </a:t>
            </a:r>
            <a:r>
              <a:rPr lang="de-DE" dirty="0" err="1"/>
              <a:t>Continuous</a:t>
            </a:r>
            <a:r>
              <a:rPr lang="de-DE" dirty="0"/>
              <a:t> Integration</a:t>
            </a:r>
          </a:p>
        </p:txBody>
      </p:sp>
    </p:spTree>
    <p:extLst>
      <p:ext uri="{BB962C8B-B14F-4D97-AF65-F5344CB8AC3E}">
        <p14:creationId xmlns:p14="http://schemas.microsoft.com/office/powerpoint/2010/main" val="3576746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83AC4D-B117-B80B-2CD4-8127B2D6E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Workflow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C40B9E-F446-5E4D-B656-5FB7AA6E9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Datei in </a:t>
            </a:r>
            <a:r>
              <a:rPr lang="de-DE" dirty="0" err="1"/>
              <a:t>Github</a:t>
            </a:r>
            <a:r>
              <a:rPr lang="de-DE" dirty="0"/>
              <a:t> öffnen</a:t>
            </a:r>
          </a:p>
        </p:txBody>
      </p:sp>
    </p:spTree>
    <p:extLst>
      <p:ext uri="{BB962C8B-B14F-4D97-AF65-F5344CB8AC3E}">
        <p14:creationId xmlns:p14="http://schemas.microsoft.com/office/powerpoint/2010/main" val="1735745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Office PowerPoint</Application>
  <PresentationFormat>Breitbild</PresentationFormat>
  <Paragraphs>25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JetBrains Mono</vt:lpstr>
      <vt:lpstr>Office</vt:lpstr>
      <vt:lpstr>Statische Programmanalyse</vt:lpstr>
      <vt:lpstr>PowerPoint-Präsentation</vt:lpstr>
      <vt:lpstr>Jar-Datei erstellen</vt:lpstr>
      <vt:lpstr>Konfigurationsdateien</vt:lpstr>
      <vt:lpstr>Ausgaben</vt:lpstr>
      <vt:lpstr>Fehlschlag/ ReadMe</vt:lpstr>
      <vt:lpstr>PowerPoint-Präsentation</vt:lpstr>
      <vt:lpstr>Workflow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Roman Pauli</dc:creator>
  <cp:lastModifiedBy>Roman Pauli</cp:lastModifiedBy>
  <cp:revision>5</cp:revision>
  <dcterms:created xsi:type="dcterms:W3CDTF">2025-01-18T11:49:35Z</dcterms:created>
  <dcterms:modified xsi:type="dcterms:W3CDTF">2025-01-18T12:27:21Z</dcterms:modified>
</cp:coreProperties>
</file>