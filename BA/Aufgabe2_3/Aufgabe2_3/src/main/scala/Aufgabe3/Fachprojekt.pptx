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1" r:id="rId4"/>
    <p:sldId id="262" r:id="rId5"/>
    <p:sldId id="263" r:id="rId6"/>
    <p:sldId id="260" r:id="rId7"/>
    <p:sldId id="264" r:id="rId8"/>
    <p:sldId id="265" r:id="rId9"/>
    <p:sldId id="266" r:id="rId10"/>
    <p:sldId id="267" r:id="rId11"/>
    <p:sldId id="257" r:id="rId12"/>
    <p:sldId id="258" r:id="rId13"/>
    <p:sldId id="268" r:id="rId14"/>
    <p:sldId id="269" r:id="rId15"/>
    <p:sldId id="271" r:id="rId16"/>
    <p:sldId id="272" r:id="rId17"/>
    <p:sldId id="270" r:id="rId18"/>
    <p:sldId id="273" r:id="rId1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CD39B7-3B95-490B-A2E4-AA9544078DCB}" v="18" dt="2024-11-19T14:41:51.3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96" y="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man Pauli" userId="1a4443cba833e385" providerId="LiveId" clId="{BCCD39B7-3B95-490B-A2E4-AA9544078DCB}"/>
    <pc:docChg chg="undo custSel addSld modSld sldOrd">
      <pc:chgData name="Roman Pauli" userId="1a4443cba833e385" providerId="LiveId" clId="{BCCD39B7-3B95-490B-A2E4-AA9544078DCB}" dt="2024-11-19T15:08:57.250" v="3778" actId="122"/>
      <pc:docMkLst>
        <pc:docMk/>
      </pc:docMkLst>
      <pc:sldChg chg="delSp modSp add mod ord setBg delDesignElem">
        <pc:chgData name="Roman Pauli" userId="1a4443cba833e385" providerId="LiveId" clId="{BCCD39B7-3B95-490B-A2E4-AA9544078DCB}" dt="2024-11-19T14:28:38.969" v="641"/>
        <pc:sldMkLst>
          <pc:docMk/>
          <pc:sldMk cId="3346914905" sldId="256"/>
        </pc:sldMkLst>
        <pc:spChg chg="mod">
          <ac:chgData name="Roman Pauli" userId="1a4443cba833e385" providerId="LiveId" clId="{BCCD39B7-3B95-490B-A2E4-AA9544078DCB}" dt="2024-11-19T14:28:38.969" v="641"/>
          <ac:spMkLst>
            <pc:docMk/>
            <pc:sldMk cId="3346914905" sldId="256"/>
            <ac:spMk id="3" creationId="{AF3BDAA2-ECB1-47E0-B3BE-F955A58A2E26}"/>
          </ac:spMkLst>
        </pc:spChg>
        <pc:spChg chg="del">
          <ac:chgData name="Roman Pauli" userId="1a4443cba833e385" providerId="LiveId" clId="{BCCD39B7-3B95-490B-A2E4-AA9544078DCB}" dt="2024-11-19T14:28:28.597" v="638"/>
          <ac:spMkLst>
            <pc:docMk/>
            <pc:sldMk cId="3346914905" sldId="256"/>
            <ac:spMk id="8" creationId="{1EADCAF8-8823-4E89-8612-21029831A4B2}"/>
          </ac:spMkLst>
        </pc:spChg>
        <pc:spChg chg="del">
          <ac:chgData name="Roman Pauli" userId="1a4443cba833e385" providerId="LiveId" clId="{BCCD39B7-3B95-490B-A2E4-AA9544078DCB}" dt="2024-11-19T14:28:28.597" v="638"/>
          <ac:spMkLst>
            <pc:docMk/>
            <pc:sldMk cId="3346914905" sldId="256"/>
            <ac:spMk id="10" creationId="{28CA07B2-0819-4B62-9425-7A52BBDD7070}"/>
          </ac:spMkLst>
        </pc:spChg>
        <pc:grpChg chg="del">
          <ac:chgData name="Roman Pauli" userId="1a4443cba833e385" providerId="LiveId" clId="{BCCD39B7-3B95-490B-A2E4-AA9544078DCB}" dt="2024-11-19T14:28:28.597" v="638"/>
          <ac:grpSpMkLst>
            <pc:docMk/>
            <pc:sldMk cId="3346914905" sldId="256"/>
            <ac:grpSpMk id="12" creationId="{DA02BEE4-A5D4-40AF-882D-49D34B086FFF}"/>
          </ac:grpSpMkLst>
        </pc:grpChg>
      </pc:sldChg>
      <pc:sldChg chg="modSp mod">
        <pc:chgData name="Roman Pauli" userId="1a4443cba833e385" providerId="LiveId" clId="{BCCD39B7-3B95-490B-A2E4-AA9544078DCB}" dt="2024-11-19T14:17:43.143" v="633" actId="20577"/>
        <pc:sldMkLst>
          <pc:docMk/>
          <pc:sldMk cId="3436929264" sldId="257"/>
        </pc:sldMkLst>
        <pc:spChg chg="mod">
          <ac:chgData name="Roman Pauli" userId="1a4443cba833e385" providerId="LiveId" clId="{BCCD39B7-3B95-490B-A2E4-AA9544078DCB}" dt="2024-11-19T14:13:54.571" v="455" actId="20577"/>
          <ac:spMkLst>
            <pc:docMk/>
            <pc:sldMk cId="3436929264" sldId="257"/>
            <ac:spMk id="2" creationId="{9AD1F998-5AC7-43CA-5D48-F4061FD44F80}"/>
          </ac:spMkLst>
        </pc:spChg>
        <pc:spChg chg="mod">
          <ac:chgData name="Roman Pauli" userId="1a4443cba833e385" providerId="LiveId" clId="{BCCD39B7-3B95-490B-A2E4-AA9544078DCB}" dt="2024-11-19T14:17:43.143" v="633" actId="20577"/>
          <ac:spMkLst>
            <pc:docMk/>
            <pc:sldMk cId="3436929264" sldId="257"/>
            <ac:spMk id="5" creationId="{13E947BC-843D-5DD4-247B-23F381275D9C}"/>
          </ac:spMkLst>
        </pc:spChg>
      </pc:sldChg>
      <pc:sldChg chg="modSp new mod">
        <pc:chgData name="Roman Pauli" userId="1a4443cba833e385" providerId="LiveId" clId="{BCCD39B7-3B95-490B-A2E4-AA9544078DCB}" dt="2024-11-19T14:13:26.293" v="452" actId="20577"/>
        <pc:sldMkLst>
          <pc:docMk/>
          <pc:sldMk cId="231730093" sldId="258"/>
        </pc:sldMkLst>
        <pc:spChg chg="mod">
          <ac:chgData name="Roman Pauli" userId="1a4443cba833e385" providerId="LiveId" clId="{BCCD39B7-3B95-490B-A2E4-AA9544078DCB}" dt="2024-11-19T10:59:37.627" v="30" actId="20577"/>
          <ac:spMkLst>
            <pc:docMk/>
            <pc:sldMk cId="231730093" sldId="258"/>
            <ac:spMk id="2" creationId="{8B8D07E5-BB4B-042F-95F2-1C99C8436557}"/>
          </ac:spMkLst>
        </pc:spChg>
        <pc:spChg chg="mod">
          <ac:chgData name="Roman Pauli" userId="1a4443cba833e385" providerId="LiveId" clId="{BCCD39B7-3B95-490B-A2E4-AA9544078DCB}" dt="2024-11-19T14:13:26.293" v="452" actId="20577"/>
          <ac:spMkLst>
            <pc:docMk/>
            <pc:sldMk cId="231730093" sldId="258"/>
            <ac:spMk id="3" creationId="{09BB37AF-4D20-EBD8-6B59-1E6A0F0AF4C1}"/>
          </ac:spMkLst>
        </pc:spChg>
      </pc:sldChg>
      <pc:sldChg chg="addSp delSp modSp new mod ord">
        <pc:chgData name="Roman Pauli" userId="1a4443cba833e385" providerId="LiveId" clId="{BCCD39B7-3B95-490B-A2E4-AA9544078DCB}" dt="2024-11-19T14:47:46.529" v="2021" actId="122"/>
        <pc:sldMkLst>
          <pc:docMk/>
          <pc:sldMk cId="883708813" sldId="259"/>
        </pc:sldMkLst>
        <pc:spChg chg="mod">
          <ac:chgData name="Roman Pauli" userId="1a4443cba833e385" providerId="LiveId" clId="{BCCD39B7-3B95-490B-A2E4-AA9544078DCB}" dt="2024-11-19T14:47:46.529" v="2021" actId="122"/>
          <ac:spMkLst>
            <pc:docMk/>
            <pc:sldMk cId="883708813" sldId="259"/>
            <ac:spMk id="2" creationId="{9C540ED9-CD24-3C95-8844-60CB3EDA3EF0}"/>
          </ac:spMkLst>
        </pc:spChg>
        <pc:spChg chg="add del mod">
          <ac:chgData name="Roman Pauli" userId="1a4443cba833e385" providerId="LiveId" clId="{BCCD39B7-3B95-490B-A2E4-AA9544078DCB}" dt="2024-11-19T14:45:49.131" v="1894" actId="478"/>
          <ac:spMkLst>
            <pc:docMk/>
            <pc:sldMk cId="883708813" sldId="259"/>
            <ac:spMk id="3" creationId="{8402F8D6-F1A8-2824-CEF7-9C28BC5F69DA}"/>
          </ac:spMkLst>
        </pc:spChg>
        <pc:spChg chg="add del">
          <ac:chgData name="Roman Pauli" userId="1a4443cba833e385" providerId="LiveId" clId="{BCCD39B7-3B95-490B-A2E4-AA9544078DCB}" dt="2024-11-19T14:33:59.701" v="869" actId="478"/>
          <ac:spMkLst>
            <pc:docMk/>
            <pc:sldMk cId="883708813" sldId="259"/>
            <ac:spMk id="4" creationId="{569AD839-6350-9FEA-8528-3BED5FC77CE4}"/>
          </ac:spMkLst>
        </pc:spChg>
        <pc:spChg chg="add del mod">
          <ac:chgData name="Roman Pauli" userId="1a4443cba833e385" providerId="LiveId" clId="{BCCD39B7-3B95-490B-A2E4-AA9544078DCB}" dt="2024-11-19T14:33:58.851" v="868" actId="478"/>
          <ac:spMkLst>
            <pc:docMk/>
            <pc:sldMk cId="883708813" sldId="259"/>
            <ac:spMk id="5" creationId="{5E57C8DD-F3E3-046C-B9A1-1F00230E1427}"/>
          </ac:spMkLst>
        </pc:spChg>
        <pc:spChg chg="add del mod">
          <ac:chgData name="Roman Pauli" userId="1a4443cba833e385" providerId="LiveId" clId="{BCCD39B7-3B95-490B-A2E4-AA9544078DCB}" dt="2024-11-19T14:34:07.344" v="873" actId="478"/>
          <ac:spMkLst>
            <pc:docMk/>
            <pc:sldMk cId="883708813" sldId="259"/>
            <ac:spMk id="6" creationId="{913C8D01-B538-59C9-23C1-3DD1AAE9B7C0}"/>
          </ac:spMkLst>
        </pc:spChg>
        <pc:spChg chg="add mod">
          <ac:chgData name="Roman Pauli" userId="1a4443cba833e385" providerId="LiveId" clId="{BCCD39B7-3B95-490B-A2E4-AA9544078DCB}" dt="2024-11-19T14:33:47.154" v="861" actId="478"/>
          <ac:spMkLst>
            <pc:docMk/>
            <pc:sldMk cId="883708813" sldId="259"/>
            <ac:spMk id="7" creationId="{BCA503E9-88AD-E99B-B0BE-5E74C4F9BFB4}"/>
          </ac:spMkLst>
        </pc:spChg>
        <pc:spChg chg="add mod">
          <ac:chgData name="Roman Pauli" userId="1a4443cba833e385" providerId="LiveId" clId="{BCCD39B7-3B95-490B-A2E4-AA9544078DCB}" dt="2024-11-19T14:47:07.072" v="1956" actId="20577"/>
          <ac:spMkLst>
            <pc:docMk/>
            <pc:sldMk cId="883708813" sldId="259"/>
            <ac:spMk id="8" creationId="{9D7FA5F1-41C6-4914-F879-3B11D75D0648}"/>
          </ac:spMkLst>
        </pc:spChg>
        <pc:spChg chg="add del mod">
          <ac:chgData name="Roman Pauli" userId="1a4443cba833e385" providerId="LiveId" clId="{BCCD39B7-3B95-490B-A2E4-AA9544078DCB}" dt="2024-11-19T14:45:54.548" v="1896" actId="478"/>
          <ac:spMkLst>
            <pc:docMk/>
            <pc:sldMk cId="883708813" sldId="259"/>
            <ac:spMk id="10" creationId="{9F4F52EC-C460-2F49-17CE-729146087966}"/>
          </ac:spMkLst>
        </pc:spChg>
      </pc:sldChg>
      <pc:sldChg chg="addSp modSp new mod">
        <pc:chgData name="Roman Pauli" userId="1a4443cba833e385" providerId="LiveId" clId="{BCCD39B7-3B95-490B-A2E4-AA9544078DCB}" dt="2024-11-19T15:08:57.250" v="3778" actId="122"/>
        <pc:sldMkLst>
          <pc:docMk/>
          <pc:sldMk cId="855353011" sldId="260"/>
        </pc:sldMkLst>
        <pc:spChg chg="mod">
          <ac:chgData name="Roman Pauli" userId="1a4443cba833e385" providerId="LiveId" clId="{BCCD39B7-3B95-490B-A2E4-AA9544078DCB}" dt="2024-11-19T15:08:57.250" v="3778" actId="122"/>
          <ac:spMkLst>
            <pc:docMk/>
            <pc:sldMk cId="855353011" sldId="260"/>
            <ac:spMk id="2" creationId="{EA597B8C-4872-E709-D9CC-8767D3348F97}"/>
          </ac:spMkLst>
        </pc:spChg>
        <pc:spChg chg="mod">
          <ac:chgData name="Roman Pauli" userId="1a4443cba833e385" providerId="LiveId" clId="{BCCD39B7-3B95-490B-A2E4-AA9544078DCB}" dt="2024-11-19T15:08:29.068" v="3765" actId="20577"/>
          <ac:spMkLst>
            <pc:docMk/>
            <pc:sldMk cId="855353011" sldId="260"/>
            <ac:spMk id="3" creationId="{42AF7E46-E065-EEEA-D6F3-657A16EA89AA}"/>
          </ac:spMkLst>
        </pc:spChg>
        <pc:picChg chg="add mod">
          <ac:chgData name="Roman Pauli" userId="1a4443cba833e385" providerId="LiveId" clId="{BCCD39B7-3B95-490B-A2E4-AA9544078DCB}" dt="2024-11-19T15:08:40.711" v="3766" actId="1076"/>
          <ac:picMkLst>
            <pc:docMk/>
            <pc:sldMk cId="855353011" sldId="260"/>
            <ac:picMk id="5" creationId="{9FB2BFE7-CAB3-E367-58FB-28983188BEF2}"/>
          </ac:picMkLst>
        </pc:picChg>
        <pc:picChg chg="add mod">
          <ac:chgData name="Roman Pauli" userId="1a4443cba833e385" providerId="LiveId" clId="{BCCD39B7-3B95-490B-A2E4-AA9544078DCB}" dt="2024-11-19T15:08:42.787" v="3767" actId="1076"/>
          <ac:picMkLst>
            <pc:docMk/>
            <pc:sldMk cId="855353011" sldId="260"/>
            <ac:picMk id="7" creationId="{C4E196B6-42B1-D04A-6E86-39555888D9B6}"/>
          </ac:picMkLst>
        </pc:picChg>
      </pc:sldChg>
      <pc:sldChg chg="modSp new mod">
        <pc:chgData name="Roman Pauli" userId="1a4443cba833e385" providerId="LiveId" clId="{BCCD39B7-3B95-490B-A2E4-AA9544078DCB}" dt="2024-11-19T14:51:18.888" v="2566" actId="20577"/>
        <pc:sldMkLst>
          <pc:docMk/>
          <pc:sldMk cId="3801619551" sldId="261"/>
        </pc:sldMkLst>
        <pc:spChg chg="mod">
          <ac:chgData name="Roman Pauli" userId="1a4443cba833e385" providerId="LiveId" clId="{BCCD39B7-3B95-490B-A2E4-AA9544078DCB}" dt="2024-11-19T14:47:43.151" v="2020" actId="122"/>
          <ac:spMkLst>
            <pc:docMk/>
            <pc:sldMk cId="3801619551" sldId="261"/>
            <ac:spMk id="2" creationId="{6C8D6BE1-AC41-8F09-28CD-97621FDB2CE7}"/>
          </ac:spMkLst>
        </pc:spChg>
        <pc:spChg chg="mod">
          <ac:chgData name="Roman Pauli" userId="1a4443cba833e385" providerId="LiveId" clId="{BCCD39B7-3B95-490B-A2E4-AA9544078DCB}" dt="2024-11-19T14:51:18.888" v="2566" actId="20577"/>
          <ac:spMkLst>
            <pc:docMk/>
            <pc:sldMk cId="3801619551" sldId="261"/>
            <ac:spMk id="3" creationId="{7CBD0E2A-9963-29B8-5CE8-E26B52CD5197}"/>
          </ac:spMkLst>
        </pc:spChg>
      </pc:sldChg>
      <pc:sldChg chg="modSp new mod">
        <pc:chgData name="Roman Pauli" userId="1a4443cba833e385" providerId="LiveId" clId="{BCCD39B7-3B95-490B-A2E4-AA9544078DCB}" dt="2024-11-19T14:58:08.875" v="3189" actId="20577"/>
        <pc:sldMkLst>
          <pc:docMk/>
          <pc:sldMk cId="3420856412" sldId="262"/>
        </pc:sldMkLst>
        <pc:spChg chg="mod">
          <ac:chgData name="Roman Pauli" userId="1a4443cba833e385" providerId="LiveId" clId="{BCCD39B7-3B95-490B-A2E4-AA9544078DCB}" dt="2024-11-19T14:51:47.280" v="2608" actId="20577"/>
          <ac:spMkLst>
            <pc:docMk/>
            <pc:sldMk cId="3420856412" sldId="262"/>
            <ac:spMk id="2" creationId="{9A1A83D4-C69D-3831-4E6A-66690070DBF7}"/>
          </ac:spMkLst>
        </pc:spChg>
        <pc:spChg chg="mod">
          <ac:chgData name="Roman Pauli" userId="1a4443cba833e385" providerId="LiveId" clId="{BCCD39B7-3B95-490B-A2E4-AA9544078DCB}" dt="2024-11-19T14:58:08.875" v="3189" actId="20577"/>
          <ac:spMkLst>
            <pc:docMk/>
            <pc:sldMk cId="3420856412" sldId="262"/>
            <ac:spMk id="3" creationId="{95A9270C-E6BB-C101-CD89-DFB20A99458B}"/>
          </ac:spMkLst>
        </pc:spChg>
      </pc:sldChg>
      <pc:sldChg chg="modSp new mod">
        <pc:chgData name="Roman Pauli" userId="1a4443cba833e385" providerId="LiveId" clId="{BCCD39B7-3B95-490B-A2E4-AA9544078DCB}" dt="2024-11-19T15:02:58.591" v="3393" actId="20577"/>
        <pc:sldMkLst>
          <pc:docMk/>
          <pc:sldMk cId="1985176849" sldId="263"/>
        </pc:sldMkLst>
        <pc:spChg chg="mod">
          <ac:chgData name="Roman Pauli" userId="1a4443cba833e385" providerId="LiveId" clId="{BCCD39B7-3B95-490B-A2E4-AA9544078DCB}" dt="2024-11-19T14:58:24.522" v="3212" actId="122"/>
          <ac:spMkLst>
            <pc:docMk/>
            <pc:sldMk cId="1985176849" sldId="263"/>
            <ac:spMk id="2" creationId="{84A1B7F5-1F46-BE6F-9275-144260DE3962}"/>
          </ac:spMkLst>
        </pc:spChg>
        <pc:spChg chg="mod">
          <ac:chgData name="Roman Pauli" userId="1a4443cba833e385" providerId="LiveId" clId="{BCCD39B7-3B95-490B-A2E4-AA9544078DCB}" dt="2024-11-19T15:02:58.591" v="3393" actId="20577"/>
          <ac:spMkLst>
            <pc:docMk/>
            <pc:sldMk cId="1985176849" sldId="263"/>
            <ac:spMk id="3" creationId="{095CCE25-5FD3-5041-EBF2-004E9D9A078E}"/>
          </ac:spMkLst>
        </pc:spChg>
      </pc:sldChg>
      <pc:sldChg chg="modSp new mod">
        <pc:chgData name="Roman Pauli" userId="1a4443cba833e385" providerId="LiveId" clId="{BCCD39B7-3B95-490B-A2E4-AA9544078DCB}" dt="2024-11-19T15:08:54.048" v="3777" actId="122"/>
        <pc:sldMkLst>
          <pc:docMk/>
          <pc:sldMk cId="2444549836" sldId="264"/>
        </pc:sldMkLst>
        <pc:spChg chg="mod">
          <ac:chgData name="Roman Pauli" userId="1a4443cba833e385" providerId="LiveId" clId="{BCCD39B7-3B95-490B-A2E4-AA9544078DCB}" dt="2024-11-19T15:08:54.048" v="3777" actId="122"/>
          <ac:spMkLst>
            <pc:docMk/>
            <pc:sldMk cId="2444549836" sldId="264"/>
            <ac:spMk id="2" creationId="{DB997288-FAE0-5AA9-B198-3E9DD3EBB2D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1DA949-2789-EFA2-003E-F5EE80F9D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64ED248-3952-8604-551A-7282A53199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ACCFC75-26BA-5B2E-BE94-C2C0DC0B9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C945F-2F76-456A-B408-969CF56795F1}" type="datetimeFigureOut">
              <a:rPr lang="de-DE" smtClean="0"/>
              <a:t>20.11.2024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302F1FB-5051-42DF-8D4F-969C5F2A2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80A0CAB-0BF3-3545-E1AA-CBF747460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B75F4-2FC5-43C9-BF8A-99E1EB89DAF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5484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3E2F40-2567-98A2-5BAB-E102345A4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7E00B41-1E9B-F03D-7B31-F028C2D2EC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2A1F9D7-E913-5DFA-DFDA-250509DCA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C945F-2F76-456A-B408-969CF56795F1}" type="datetimeFigureOut">
              <a:rPr lang="de-DE" smtClean="0"/>
              <a:t>20.11.2024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730BAE7-5257-E45D-A36A-B80178EFE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1935A9B-9F60-A431-B2AF-DE3E9ACAA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B75F4-2FC5-43C9-BF8A-99E1EB89DAF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87373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564BBC-065C-9A9C-B7F4-84E6939CD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F18A69B-35BE-FD2A-DB42-A08888482C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318565D-7067-BBCF-11A8-8256C0F04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C945F-2F76-456A-B408-969CF56795F1}" type="datetimeFigureOut">
              <a:rPr lang="de-DE" smtClean="0"/>
              <a:t>20.11.2024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9B0D26B-20C6-12C6-DE57-584C5E4BD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EFB037C-0CCE-7F71-B93D-129B97D67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B75F4-2FC5-43C9-BF8A-99E1EB89DAF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22438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E2DF39-F363-9CCC-F05C-07EB58B39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E9A159A-433D-1E8F-8C64-254975E02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7977873-2646-6606-19B4-0A03FA8028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76FC1B8-83B1-3FE4-F97E-666738513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C945F-2F76-456A-B408-969CF56795F1}" type="datetimeFigureOut">
              <a:rPr lang="de-DE" smtClean="0"/>
              <a:t>20.11.2024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47D71F7-B540-C272-08A2-B7F52A522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09F258B-6BE6-F1DD-551C-36334C572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B75F4-2FC5-43C9-BF8A-99E1EB89DAF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362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2065EA-DF40-7A31-8BF4-42E5467A9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070FAFE-1E65-24BF-D1C6-1208FB8D98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465D40A-BBE5-7E55-FA51-9F94011A24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A49BAD7-5131-6354-F48C-55020C4F75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F6FF88C-DF29-B34E-D83C-5853345800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71EA6E7-7F59-C8F2-A9D5-8A88377C5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C945F-2F76-456A-B408-969CF56795F1}" type="datetimeFigureOut">
              <a:rPr lang="de-DE" smtClean="0"/>
              <a:t>20.11.2024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F67868A4-4DFC-2B98-2F0E-78D551E29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F924337-55D9-F03C-EFDD-CBA4A63BE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B75F4-2FC5-43C9-BF8A-99E1EB89DAF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9984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2DB27F-62FE-D409-B4DD-CA76C1E26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6909887-305C-F505-69D4-8CA21C91B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C945F-2F76-456A-B408-969CF56795F1}" type="datetimeFigureOut">
              <a:rPr lang="de-DE" smtClean="0"/>
              <a:t>20.11.2024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29D493C-EC6F-ADF6-3BF0-D24B0DE07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A3DAB5C-EADB-C67C-BDC4-B491A6A36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B75F4-2FC5-43C9-BF8A-99E1EB89DAF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00999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333770C-4660-B035-C7E8-93B34B456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C945F-2F76-456A-B408-969CF56795F1}" type="datetimeFigureOut">
              <a:rPr lang="de-DE" smtClean="0"/>
              <a:t>20.11.2024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E75D284-C250-3826-373A-C2C6069E5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0847534-22CF-B267-61BB-F8D52824E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B75F4-2FC5-43C9-BF8A-99E1EB89DAF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83648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7699ED-2334-3EC2-622C-14FF7D3CC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C5D2569-E18A-9EC4-779D-AC1357A457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325284F-F394-C9CE-968A-8E85B5AE59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E02706D-3AA9-89BB-0AEF-7B39D0B49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C945F-2F76-456A-B408-969CF56795F1}" type="datetimeFigureOut">
              <a:rPr lang="de-DE" smtClean="0"/>
              <a:t>20.11.2024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7626439-89FB-CC65-AFF5-015DE2FDE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9C3744F-7698-E09D-4970-57D7261EC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B75F4-2FC5-43C9-BF8A-99E1EB89DAF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223944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E4F156-B022-9A6C-6507-C099DAFDB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CE1877B9-FA13-2795-5814-07788BD43A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CF1B34C-142B-4443-C1E0-47F9662A47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B7585C3-A65A-6C1A-5A6B-C5139EB97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C945F-2F76-456A-B408-969CF56795F1}" type="datetimeFigureOut">
              <a:rPr lang="de-DE" smtClean="0"/>
              <a:t>20.11.2024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5A74665-4C9D-47D7-A573-501D4C62E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A4D99F1-426A-6792-C652-D8F66D19D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B75F4-2FC5-43C9-BF8A-99E1EB89DAF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23752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BCDE31-5DD5-289E-8400-685C1219E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235A87B-D971-90D2-B042-0C22F6E4F1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B9A98EF-E876-598B-9F5E-33330D888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C945F-2F76-456A-B408-969CF56795F1}" type="datetimeFigureOut">
              <a:rPr lang="de-DE" smtClean="0"/>
              <a:t>20.11.2024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AE5CDB3-E8E7-22A9-68D2-CAD3192E8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32CC790-1AF5-72F6-14AB-5530CB5E1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B75F4-2FC5-43C9-BF8A-99E1EB89DAF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54131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B2D94AD5-D270-23CD-F345-FD91E86BF0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F71696D-C08B-75C7-E360-E9E43B34A1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76098CC-F542-A4E5-A435-0269757C6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C945F-2F76-456A-B408-969CF56795F1}" type="datetimeFigureOut">
              <a:rPr lang="de-DE" smtClean="0"/>
              <a:t>20.11.2024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5672E5E-020D-B6FB-A689-D7BEF18A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FB2AB62-D056-B560-1E1D-A1A6E3218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B75F4-2FC5-43C9-BF8A-99E1EB89DAF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84278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F6C810A-B2C1-30BD-0C5B-AEE025412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DA10AEE-B0E0-ED7A-9409-5DC5E0C96C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AAA6C68-319E-AC2E-DD67-A32D654DBD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7C945F-2F76-456A-B408-969CF56795F1}" type="datetimeFigureOut">
              <a:rPr lang="de-DE" smtClean="0"/>
              <a:t>20.11.2024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A8285F4-7947-0DE6-DF75-E48B19BCBC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750B9D1-1C99-994E-78C2-F30F5EA88C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5B75F4-2FC5-43C9-BF8A-99E1EB89DAF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192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D2C7E7-E257-4EBC-9658-D49A5CC255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5368" y="2043663"/>
            <a:ext cx="6105194" cy="2031055"/>
          </a:xfrm>
        </p:spPr>
        <p:txBody>
          <a:bodyPr>
            <a:normAutofit/>
          </a:bodyPr>
          <a:lstStyle/>
          <a:p>
            <a:r>
              <a:rPr lang="de-DE" sz="5200" dirty="0">
                <a:solidFill>
                  <a:schemeClr val="tx2"/>
                </a:solidFill>
              </a:rPr>
              <a:t>Statische Programmanalyse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F3BDAA2-ECB1-47E0-B3BE-F955A58A2E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5368" y="4160126"/>
            <a:ext cx="6105194" cy="682079"/>
          </a:xfrm>
        </p:spPr>
        <p:txBody>
          <a:bodyPr>
            <a:normAutofit/>
          </a:bodyPr>
          <a:lstStyle/>
          <a:p>
            <a:r>
              <a:rPr lang="en-US" dirty="0" err="1">
                <a:solidFill>
                  <a:schemeClr val="tx2"/>
                </a:solidFill>
              </a:rPr>
              <a:t>Aufruf</a:t>
            </a:r>
            <a:r>
              <a:rPr lang="en-US" dirty="0">
                <a:solidFill>
                  <a:schemeClr val="tx2"/>
                </a:solidFill>
              </a:rPr>
              <a:t> von Third Party Libraries</a:t>
            </a:r>
            <a:endParaRPr lang="de-DE" dirty="0">
              <a:solidFill>
                <a:schemeClr val="tx2"/>
              </a:solidFill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7166F447-08C2-575D-4845-A391A32A58A6}"/>
              </a:ext>
            </a:extLst>
          </p:cNvPr>
          <p:cNvSpPr txBox="1"/>
          <p:nvPr/>
        </p:nvSpPr>
        <p:spPr>
          <a:xfrm>
            <a:off x="8534400" y="4886960"/>
            <a:ext cx="295656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dirty="0">
                <a:cs typeface="Calibri"/>
              </a:rPr>
              <a:t>Gruppe 3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46914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540ED9-CD24-3C95-8844-60CB3EDA3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/>
              <a:t>Theorie – Konfigurierbarkeit (inkl. </a:t>
            </a:r>
            <a:r>
              <a:rPr lang="de-DE" dirty="0" err="1"/>
              <a:t>Paths</a:t>
            </a:r>
            <a:r>
              <a:rPr lang="de-DE" dirty="0"/>
              <a:t>)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9D7FA5F1-41C6-4914-F879-3B11D75D0648}"/>
              </a:ext>
            </a:extLst>
          </p:cNvPr>
          <p:cNvSpPr txBox="1"/>
          <p:nvPr/>
        </p:nvSpPr>
        <p:spPr>
          <a:xfrm>
            <a:off x="486802" y="1947211"/>
            <a:ext cx="1111752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800" dirty="0"/>
              <a:t>Kommandozeilenparameter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800" dirty="0"/>
              <a:t>Für jedes Projekt einen eigenen Ordner für Libraries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800" dirty="0"/>
              <a:t>=&gt; Ordnerpfad statt einzelner Pfade für jede Library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800" dirty="0"/>
              <a:t>Output in File =&gt; Möglichkeit der Speicherung</a:t>
            </a:r>
          </a:p>
        </p:txBody>
      </p:sp>
    </p:spTree>
    <p:extLst>
      <p:ext uri="{BB962C8B-B14F-4D97-AF65-F5344CB8AC3E}">
        <p14:creationId xmlns:p14="http://schemas.microsoft.com/office/powerpoint/2010/main" val="883708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8D6BE1-AC41-8F09-28CD-97621FDB2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/>
              <a:t>Theorie – Library-Methoden erhalten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CBD0E2A-9963-29B8-5CE8-E26B52CD51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Projekt für jede Library vs. </a:t>
            </a:r>
            <a:r>
              <a:rPr lang="de-DE" dirty="0" err="1"/>
              <a:t>Project.allLibraryFiles</a:t>
            </a:r>
            <a:endParaRPr lang="de-DE" dirty="0"/>
          </a:p>
          <a:p>
            <a:pPr lvl="1"/>
            <a:r>
              <a:rPr lang="de-DE" dirty="0"/>
              <a:t>Unterschied nicht wirklich klar</a:t>
            </a:r>
          </a:p>
          <a:p>
            <a:pPr lvl="1"/>
            <a:r>
              <a:rPr lang="de-DE" dirty="0"/>
              <a:t>Zweiteres hat weniger Methoden</a:t>
            </a:r>
          </a:p>
          <a:p>
            <a:pPr lvl="1"/>
            <a:r>
              <a:rPr lang="de-DE" dirty="0"/>
              <a:t>Sollte bei unserem Projekt eigentlich keinen Unterschied machen, da über </a:t>
            </a:r>
            <a:r>
              <a:rPr lang="de-DE" dirty="0" err="1"/>
              <a:t>reachableMethods</a:t>
            </a:r>
            <a:r>
              <a:rPr lang="de-DE" dirty="0"/>
              <a:t> iteriert wird</a:t>
            </a:r>
          </a:p>
          <a:p>
            <a:r>
              <a:rPr lang="de-DE" dirty="0"/>
              <a:t>Public vs. API</a:t>
            </a:r>
          </a:p>
          <a:p>
            <a:pPr lvl="1"/>
            <a:r>
              <a:rPr lang="de-DE" dirty="0"/>
              <a:t>API = Alles, auch Felder</a:t>
            </a:r>
          </a:p>
        </p:txBody>
      </p:sp>
    </p:spTree>
    <p:extLst>
      <p:ext uri="{BB962C8B-B14F-4D97-AF65-F5344CB8AC3E}">
        <p14:creationId xmlns:p14="http://schemas.microsoft.com/office/powerpoint/2010/main" val="3801619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1A83D4-C69D-3831-4E6A-66690070D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/>
              <a:t>Theorie – Prüfen, wann Library-Methode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5A9270C-E6BB-C101-CD89-DFB20A994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Iterieren über </a:t>
            </a:r>
            <a:r>
              <a:rPr lang="de-DE" dirty="0" err="1"/>
              <a:t>callGraph.reachableMethods</a:t>
            </a:r>
            <a:r>
              <a:rPr lang="de-DE" dirty="0"/>
              <a:t>() und dann vergleichen, ob Library-Method</a:t>
            </a:r>
          </a:p>
          <a:p>
            <a:pPr lvl="1"/>
            <a:r>
              <a:rPr lang="de-DE" dirty="0"/>
              <a:t>Bei uns schneller als umgekehrt (wiederholter Aufruf von </a:t>
            </a:r>
            <a:r>
              <a:rPr lang="de-DE" dirty="0" err="1"/>
              <a:t>reachableMethods</a:t>
            </a:r>
            <a:r>
              <a:rPr lang="de-DE" dirty="0"/>
              <a:t>())</a:t>
            </a:r>
          </a:p>
          <a:p>
            <a:r>
              <a:rPr lang="de-DE" dirty="0"/>
              <a:t>Für Felder bei der API:</a:t>
            </a:r>
          </a:p>
          <a:p>
            <a:pPr lvl="1"/>
            <a:r>
              <a:rPr lang="de-DE" dirty="0"/>
              <a:t>Alle genutzten im Projekt finden und dann vergleichen, ob aus einer Library.</a:t>
            </a:r>
          </a:p>
        </p:txBody>
      </p:sp>
    </p:spTree>
    <p:extLst>
      <p:ext uri="{BB962C8B-B14F-4D97-AF65-F5344CB8AC3E}">
        <p14:creationId xmlns:p14="http://schemas.microsoft.com/office/powerpoint/2010/main" val="3420856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A1B7F5-1F46-BE6F-9275-144260DE3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/>
              <a:t>Theorie – Ausgabe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95CCE25-5FD3-5041-EBF2-004E9D9A07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In ein Dokument, um die Möglichkeit zu haben es abzuspeichern</a:t>
            </a:r>
          </a:p>
          <a:p>
            <a:r>
              <a:rPr lang="de-DE" dirty="0"/>
              <a:t>Extra Benchmark</a:t>
            </a:r>
          </a:p>
          <a:p>
            <a:r>
              <a:rPr lang="de-DE" dirty="0"/>
              <a:t>Pfad = Projektpfad </a:t>
            </a:r>
          </a:p>
          <a:p>
            <a:r>
              <a:rPr lang="de-DE" dirty="0"/>
              <a:t>Aufbau:</a:t>
            </a:r>
          </a:p>
          <a:p>
            <a:pPr lvl="1"/>
            <a:r>
              <a:rPr lang="de-DE" dirty="0"/>
              <a:t>Algorithmus</a:t>
            </a:r>
          </a:p>
          <a:p>
            <a:pPr lvl="1"/>
            <a:r>
              <a:rPr lang="de-DE" dirty="0"/>
              <a:t>Public</a:t>
            </a:r>
          </a:p>
          <a:p>
            <a:pPr lvl="2"/>
            <a:r>
              <a:rPr lang="de-DE" dirty="0"/>
              <a:t>Ausgabe für Library</a:t>
            </a:r>
          </a:p>
          <a:p>
            <a:pPr lvl="1"/>
            <a:r>
              <a:rPr lang="de-DE" dirty="0"/>
              <a:t>API</a:t>
            </a:r>
          </a:p>
          <a:p>
            <a:pPr lvl="2"/>
            <a:r>
              <a:rPr lang="de-DE" dirty="0"/>
              <a:t>Ausgabe für Library</a:t>
            </a:r>
          </a:p>
        </p:txBody>
      </p:sp>
    </p:spTree>
    <p:extLst>
      <p:ext uri="{BB962C8B-B14F-4D97-AF65-F5344CB8AC3E}">
        <p14:creationId xmlns:p14="http://schemas.microsoft.com/office/powerpoint/2010/main" val="19851768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597B8C-4872-E709-D9CC-8767D3348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/>
              <a:t>Praxis – Kommandozeilenparameter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2AF7E46-E065-EEEA-D6F3-657A16EA89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de-DE" dirty="0"/>
              <a:t>file=gson-2.11.0.jar </a:t>
            </a:r>
            <a:r>
              <a:rPr lang="de-DE" dirty="0" err="1"/>
              <a:t>dp</a:t>
            </a:r>
            <a:r>
              <a:rPr lang="de-DE" dirty="0"/>
              <a:t>=</a:t>
            </a:r>
            <a:r>
              <a:rPr lang="de-DE" dirty="0" err="1"/>
              <a:t>gson</a:t>
            </a:r>
            <a:r>
              <a:rPr lang="de-DE" dirty="0"/>
              <a:t> </a:t>
            </a:r>
            <a:r>
              <a:rPr lang="de-DE" dirty="0" err="1"/>
              <a:t>cg</a:t>
            </a:r>
            <a:r>
              <a:rPr lang="de-DE" dirty="0"/>
              <a:t>=CHA il=</a:t>
            </a:r>
            <a:r>
              <a:rPr lang="de-DE" dirty="0" err="1"/>
              <a:t>true</a:t>
            </a:r>
            <a:endParaRPr lang="de-DE" dirty="0"/>
          </a:p>
          <a:p>
            <a:pPr lvl="1"/>
            <a:r>
              <a:rPr lang="de-DE" dirty="0" err="1"/>
              <a:t>file</a:t>
            </a:r>
            <a:r>
              <a:rPr lang="de-DE" dirty="0"/>
              <a:t>={Name der Datei}.jar =&gt; Das Projekt</a:t>
            </a:r>
          </a:p>
          <a:p>
            <a:pPr lvl="1"/>
            <a:r>
              <a:rPr lang="de-DE" dirty="0" err="1"/>
              <a:t>dp</a:t>
            </a:r>
            <a:r>
              <a:rPr lang="de-DE" dirty="0"/>
              <a:t>= Name des Ordners, indem sich Libraries befinden</a:t>
            </a:r>
          </a:p>
          <a:p>
            <a:pPr lvl="1"/>
            <a:r>
              <a:rPr lang="de-DE" dirty="0" err="1"/>
              <a:t>cg</a:t>
            </a:r>
            <a:r>
              <a:rPr lang="de-DE" dirty="0"/>
              <a:t>= zu nutzender Algorithmus (CHA, RTA, XTA, CFA (klappt </a:t>
            </a:r>
            <a:r>
              <a:rPr lang="de-DE" dirty="0" err="1"/>
              <a:t>vmt</a:t>
            </a:r>
            <a:r>
              <a:rPr lang="de-DE" dirty="0"/>
              <a:t>. nicht))</a:t>
            </a:r>
          </a:p>
          <a:p>
            <a:pPr lvl="1"/>
            <a:r>
              <a:rPr lang="de-DE" dirty="0"/>
              <a:t>il= gibt an, ob es eine Library ist oder nicht</a:t>
            </a:r>
          </a:p>
          <a:p>
            <a:pPr marL="457200" lvl="1" indent="0">
              <a:buNone/>
            </a:pP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FB2BFE7-CAB3-E367-58FB-28983188BE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343" y="4263246"/>
            <a:ext cx="5042048" cy="123170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C4E196B6-42B1-D04A-6E86-39555888D9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2726" y="4257377"/>
            <a:ext cx="6501477" cy="1237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3530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997288-FAE0-5AA9-B198-3E9DD3EBB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/>
              <a:t>Praxis – Library-Methoden (und Felder)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D9E3074-2AB4-2E62-BCA7-A12C04020D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e-DE" dirty="0"/>
              <a:t>Erstellen eines Projekts für jede Library</a:t>
            </a:r>
          </a:p>
          <a:p>
            <a:pPr lvl="1"/>
            <a:r>
              <a:rPr lang="de-DE" dirty="0"/>
              <a:t>Durchlaufen aller Klassen und Methoden</a:t>
            </a:r>
          </a:p>
          <a:p>
            <a:pPr lvl="2"/>
            <a:r>
              <a:rPr lang="de-DE" dirty="0"/>
              <a:t>Abspeichern aller gefundenen Methoden und Feldern mit ihren Einzigartigen Markern</a:t>
            </a:r>
          </a:p>
          <a:p>
            <a:pPr lvl="2"/>
            <a:r>
              <a:rPr lang="de-DE" dirty="0"/>
              <a:t>Methoden = (hier nur grob) </a:t>
            </a:r>
            <a:r>
              <a:rPr lang="de-DE" dirty="0" err="1"/>
              <a:t>ClassFile</a:t>
            </a:r>
            <a:r>
              <a:rPr lang="de-DE" dirty="0"/>
              <a:t> und Methode </a:t>
            </a:r>
          </a:p>
          <a:p>
            <a:pPr lvl="2"/>
            <a:r>
              <a:rPr lang="de-DE" dirty="0"/>
              <a:t>Felder = Klasse, Name und Typ</a:t>
            </a:r>
          </a:p>
          <a:p>
            <a:r>
              <a:rPr lang="de-DE" dirty="0"/>
              <a:t>Für Public-Methoden wird noch gefiltert nach _.Public und nur die Marker abgespeichert</a:t>
            </a:r>
          </a:p>
          <a:p>
            <a:pPr lvl="1"/>
            <a:r>
              <a:rPr lang="de-DE" dirty="0" err="1"/>
              <a:t>ComparableObject</a:t>
            </a:r>
            <a:r>
              <a:rPr lang="de-DE" dirty="0"/>
              <a:t>(Klassen-ID, Methoden-Name und Methoden-Parameter )</a:t>
            </a:r>
          </a:p>
          <a:p>
            <a:r>
              <a:rPr lang="de-DE" dirty="0"/>
              <a:t>Für API werden auch nur Marker abgespeichert in </a:t>
            </a:r>
            <a:r>
              <a:rPr lang="de-DE" dirty="0" err="1"/>
              <a:t>ComparableObjects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445498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D7C51D-5965-F46A-6C63-CA3396A3D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/>
              <a:t>Praxis – Public (Angeboten/Benutzt)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8FDBBA6-2855-A7DC-F528-F49502B3BF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getCounter</a:t>
            </a:r>
            <a:r>
              <a:rPr lang="de-DE" dirty="0"/>
              <a:t> Klasse</a:t>
            </a:r>
          </a:p>
          <a:p>
            <a:r>
              <a:rPr lang="de-DE" dirty="0"/>
              <a:t>Durchläuft alle </a:t>
            </a:r>
            <a:r>
              <a:rPr lang="de-DE" dirty="0" err="1"/>
              <a:t>callGraph.reachableMethods</a:t>
            </a:r>
            <a:r>
              <a:rPr lang="de-DE" dirty="0"/>
              <a:t>()</a:t>
            </a:r>
          </a:p>
          <a:p>
            <a:pPr lvl="1"/>
            <a:r>
              <a:rPr lang="de-DE" dirty="0"/>
              <a:t>Method = diese Methode</a:t>
            </a:r>
          </a:p>
          <a:p>
            <a:pPr lvl="1"/>
            <a:r>
              <a:rPr lang="de-DE" dirty="0"/>
              <a:t>Durchläuft jede Sammlung von Library-Methoden</a:t>
            </a:r>
          </a:p>
          <a:p>
            <a:pPr lvl="2"/>
            <a:r>
              <a:rPr lang="de-DE" dirty="0"/>
              <a:t>Für jede Methode</a:t>
            </a:r>
          </a:p>
          <a:p>
            <a:pPr lvl="3"/>
            <a:r>
              <a:rPr lang="de-DE" dirty="0" err="1"/>
              <a:t>libraryMethod</a:t>
            </a:r>
            <a:r>
              <a:rPr lang="de-DE" dirty="0"/>
              <a:t> mit Method vergleichen durch die Marker (</a:t>
            </a:r>
            <a:r>
              <a:rPr lang="de-DE" dirty="0" err="1"/>
              <a:t>ComparableObject</a:t>
            </a:r>
            <a:r>
              <a:rPr lang="de-DE" dirty="0"/>
              <a:t>)</a:t>
            </a:r>
          </a:p>
          <a:p>
            <a:pPr lvl="3"/>
            <a:r>
              <a:rPr lang="de-DE" dirty="0"/>
              <a:t>Wenn gleich:</a:t>
            </a:r>
          </a:p>
          <a:p>
            <a:pPr lvl="4"/>
            <a:r>
              <a:rPr lang="de-DE" dirty="0"/>
              <a:t>Prüfe, ob tatsächlich aufgerufen (es gab noch &lt;</a:t>
            </a:r>
            <a:r>
              <a:rPr lang="de-DE" dirty="0" err="1"/>
              <a:t>clinic</a:t>
            </a:r>
            <a:r>
              <a:rPr lang="de-DE" dirty="0"/>
              <a:t>&gt; Methoden, die hierdurch gefiltert werden)</a:t>
            </a:r>
          </a:p>
          <a:p>
            <a:pPr lvl="4"/>
            <a:r>
              <a:rPr lang="de-DE" dirty="0"/>
              <a:t>Counter für diese Library um eins erhöhen</a:t>
            </a:r>
          </a:p>
        </p:txBody>
      </p:sp>
    </p:spTree>
    <p:extLst>
      <p:ext uri="{BB962C8B-B14F-4D97-AF65-F5344CB8AC3E}">
        <p14:creationId xmlns:p14="http://schemas.microsoft.com/office/powerpoint/2010/main" val="7231088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67E4B0-8279-C71E-FB8D-D4F24DD8A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/>
              <a:t>Praxis - API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3062DF-78B3-306E-0889-FDD40CB948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de-DE" dirty="0"/>
              <a:t>Teil wie Public (nur alle Methoden)</a:t>
            </a:r>
          </a:p>
          <a:p>
            <a:pPr marL="514350" indent="-514350">
              <a:buAutoNum type="arabicPeriod"/>
            </a:pPr>
            <a:r>
              <a:rPr lang="de-DE" dirty="0"/>
              <a:t>Felder</a:t>
            </a:r>
          </a:p>
          <a:p>
            <a:pPr lvl="1"/>
            <a:r>
              <a:rPr lang="de-DE" dirty="0"/>
              <a:t>alle </a:t>
            </a:r>
            <a:r>
              <a:rPr lang="de-DE" dirty="0" err="1"/>
              <a:t>project.allLibraryClassFiles</a:t>
            </a:r>
            <a:r>
              <a:rPr lang="de-DE" dirty="0"/>
              <a:t> durchlaufen (Klassen -&gt; Methoden)</a:t>
            </a:r>
          </a:p>
          <a:p>
            <a:pPr lvl="2"/>
            <a:r>
              <a:rPr lang="de-DE" dirty="0"/>
              <a:t>Schauen, ob es diese erreichbar sind mit </a:t>
            </a:r>
            <a:r>
              <a:rPr lang="de-DE" dirty="0" err="1"/>
              <a:t>reachableMethods</a:t>
            </a:r>
            <a:endParaRPr lang="de-DE" dirty="0"/>
          </a:p>
          <a:p>
            <a:pPr lvl="3"/>
            <a:r>
              <a:rPr lang="de-DE" dirty="0"/>
              <a:t>Wenn ja, alle benutzen Felder abspeichern</a:t>
            </a:r>
          </a:p>
          <a:p>
            <a:pPr lvl="1"/>
            <a:r>
              <a:rPr lang="de-DE" dirty="0"/>
              <a:t>Abgleichen mit der vorher erstellten Fields-Liste (um zu schauen, zu welcher Library diese gehören) und zählen</a:t>
            </a:r>
          </a:p>
          <a:p>
            <a:pPr lvl="3"/>
            <a:endParaRPr lang="de-DE" dirty="0"/>
          </a:p>
          <a:p>
            <a:pPr lvl="2"/>
            <a:endParaRPr lang="de-DE" dirty="0"/>
          </a:p>
          <a:p>
            <a:pPr lvl="1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78742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025FE8-EF4D-947D-6991-9A29703E7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367" y="365125"/>
            <a:ext cx="10515600" cy="6009361"/>
          </a:xfrm>
        </p:spPr>
        <p:txBody>
          <a:bodyPr/>
          <a:lstStyle/>
          <a:p>
            <a:pPr algn="ctr"/>
            <a:r>
              <a:rPr lang="de-DE" dirty="0"/>
              <a:t>Benchmark</a:t>
            </a:r>
            <a:br>
              <a:rPr lang="de-DE" dirty="0"/>
            </a:br>
            <a:r>
              <a:rPr lang="de-DE" sz="2800" dirty="0"/>
              <a:t>GSON, Common-Collection, ?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604154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D1F998-5AC7-43CA-5D48-F4061FD44F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56819"/>
            <a:ext cx="9144000" cy="989972"/>
          </a:xfrm>
        </p:spPr>
        <p:txBody>
          <a:bodyPr/>
          <a:lstStyle/>
          <a:p>
            <a:r>
              <a:rPr lang="de-DE" dirty="0"/>
              <a:t>GSON – Laufzeit (10 Läufe)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13E947BC-843D-5DD4-247B-23F381275D9C}"/>
              </a:ext>
            </a:extLst>
          </p:cNvPr>
          <p:cNvSpPr txBox="1"/>
          <p:nvPr/>
        </p:nvSpPr>
        <p:spPr>
          <a:xfrm>
            <a:off x="513117" y="1346791"/>
            <a:ext cx="1129514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Erstellung </a:t>
            </a:r>
            <a:r>
              <a:rPr lang="de-DE" dirty="0" err="1"/>
              <a:t>Callgraph</a:t>
            </a:r>
            <a:r>
              <a:rPr lang="de-DE" dirty="0"/>
              <a:t> und Analyse, welche Methoden Library-Methoden sind (oder Felder).</a:t>
            </a:r>
          </a:p>
          <a:p>
            <a:endParaRPr lang="de-DE" dirty="0"/>
          </a:p>
          <a:p>
            <a:r>
              <a:rPr lang="de-DE" dirty="0"/>
              <a:t>CHA</a:t>
            </a:r>
          </a:p>
          <a:p>
            <a:r>
              <a:rPr lang="de-DE" dirty="0"/>
              <a:t>Public	:	1,169s	</a:t>
            </a:r>
          </a:p>
          <a:p>
            <a:r>
              <a:rPr lang="de-DE" dirty="0"/>
              <a:t>API	:	1,816s</a:t>
            </a:r>
          </a:p>
          <a:p>
            <a:endParaRPr lang="de-DE" dirty="0"/>
          </a:p>
          <a:p>
            <a:r>
              <a:rPr lang="de-DE" dirty="0"/>
              <a:t>RTA</a:t>
            </a:r>
          </a:p>
          <a:p>
            <a:r>
              <a:rPr lang="de-DE" dirty="0"/>
              <a:t>Public	:	1,300s</a:t>
            </a:r>
          </a:p>
          <a:p>
            <a:r>
              <a:rPr lang="de-DE" dirty="0"/>
              <a:t>API	:	1,914s</a:t>
            </a:r>
          </a:p>
          <a:p>
            <a:endParaRPr lang="de-DE" dirty="0"/>
          </a:p>
          <a:p>
            <a:r>
              <a:rPr lang="de-DE" dirty="0"/>
              <a:t>XTA</a:t>
            </a:r>
          </a:p>
          <a:p>
            <a:r>
              <a:rPr lang="de-DE" dirty="0"/>
              <a:t>Public	: 	3,462s</a:t>
            </a:r>
          </a:p>
          <a:p>
            <a:r>
              <a:rPr lang="de-DE" dirty="0"/>
              <a:t>API	:	4,041s</a:t>
            </a:r>
          </a:p>
        </p:txBody>
      </p:sp>
    </p:spTree>
    <p:extLst>
      <p:ext uri="{BB962C8B-B14F-4D97-AF65-F5344CB8AC3E}">
        <p14:creationId xmlns:p14="http://schemas.microsoft.com/office/powerpoint/2010/main" val="34369292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B8D07E5-BB4B-042F-95F2-1C99C8436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/>
              <a:t>GSON – Ergebnisse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9BB37AF-4D20-EBD8-6B59-1E6A0F0AF4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sz="1800" dirty="0"/>
              <a:t>			(Public/ API)	CHA	 / 	RTA	 / 	XTA</a:t>
            </a:r>
          </a:p>
          <a:p>
            <a:pPr>
              <a:buFontTx/>
              <a:buChar char="-"/>
            </a:pPr>
            <a:r>
              <a:rPr lang="de-DE" sz="1800" dirty="0"/>
              <a:t>error_prone_annotations-2.27.0 (22/38):	0%/ 2,63%	0%/ 2,63%	0%/ 2,63%</a:t>
            </a:r>
          </a:p>
          <a:p>
            <a:pPr>
              <a:buFontTx/>
              <a:buChar char="-"/>
            </a:pPr>
            <a:r>
              <a:rPr lang="de-DE" sz="1800" dirty="0"/>
              <a:t>guava-testlib-33.1.0-jre	(2866/ 4760):	42,71%/ 51,34%	43,13%/ 50,76%	41,87%/ 49,81%</a:t>
            </a:r>
          </a:p>
          <a:p>
            <a:pPr>
              <a:buFontTx/>
              <a:buChar char="-"/>
            </a:pPr>
            <a:r>
              <a:rPr lang="de-DE" sz="1800" dirty="0"/>
              <a:t>junit-4.13.2 		(1091/2337):	72,78%/ 73,64%	73,33%/ 73,90%	72,14%/ 73,13%</a:t>
            </a:r>
          </a:p>
          <a:p>
            <a:pPr>
              <a:buFontTx/>
              <a:buChar char="-"/>
            </a:pPr>
            <a:r>
              <a:rPr lang="de-DE" sz="1800" dirty="0"/>
              <a:t>truth-1.4.2 		(671/1560):	26,08%/ 38,40%	29,81%/ 45,83%	24,44%/ 43,46%</a:t>
            </a:r>
          </a:p>
        </p:txBody>
      </p:sp>
    </p:spTree>
    <p:extLst>
      <p:ext uri="{BB962C8B-B14F-4D97-AF65-F5344CB8AC3E}">
        <p14:creationId xmlns:p14="http://schemas.microsoft.com/office/powerpoint/2010/main" val="2317300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FE0CE-6832-3803-5996-65541872D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CCE13F-E701-0481-DC93-EB718729D8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85739"/>
            <a:ext cx="9144000" cy="989972"/>
          </a:xfrm>
        </p:spPr>
        <p:txBody>
          <a:bodyPr>
            <a:normAutofit fontScale="90000"/>
          </a:bodyPr>
          <a:lstStyle/>
          <a:p>
            <a:r>
              <a:rPr lang="de-DE" dirty="0"/>
              <a:t>Common-Collection – Laufzeit (10 Läufe)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57041CA5-2F74-33A8-C2DB-DD9850B5C5D1}"/>
              </a:ext>
            </a:extLst>
          </p:cNvPr>
          <p:cNvSpPr txBox="1"/>
          <p:nvPr/>
        </p:nvSpPr>
        <p:spPr>
          <a:xfrm>
            <a:off x="526274" y="1866486"/>
            <a:ext cx="1129514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Erstellung </a:t>
            </a:r>
            <a:r>
              <a:rPr lang="de-DE" dirty="0" err="1"/>
              <a:t>Callgraph</a:t>
            </a:r>
            <a:r>
              <a:rPr lang="de-DE" dirty="0"/>
              <a:t> und Analyse, welche Methoden Library-Methoden sind (oder Felder).</a:t>
            </a:r>
          </a:p>
          <a:p>
            <a:endParaRPr lang="de-DE" dirty="0"/>
          </a:p>
          <a:p>
            <a:r>
              <a:rPr lang="de-DE" dirty="0"/>
              <a:t>CHA</a:t>
            </a:r>
          </a:p>
          <a:p>
            <a:r>
              <a:rPr lang="de-DE" dirty="0"/>
              <a:t>Public	:	</a:t>
            </a:r>
            <a:r>
              <a:rPr lang="de-DE" b="0" i="0" dirty="0">
                <a:effectLst/>
                <a:latin typeface="gg sans"/>
              </a:rPr>
              <a:t>14,740</a:t>
            </a:r>
            <a:r>
              <a:rPr lang="de-DE" dirty="0"/>
              <a:t>s	</a:t>
            </a:r>
          </a:p>
          <a:p>
            <a:r>
              <a:rPr lang="de-DE" dirty="0"/>
              <a:t>API	:	</a:t>
            </a:r>
            <a:r>
              <a:rPr lang="de-DE" b="0" i="0" dirty="0">
                <a:effectLst/>
                <a:latin typeface="gg sans"/>
              </a:rPr>
              <a:t>20.928</a:t>
            </a:r>
            <a:r>
              <a:rPr lang="de-DE" dirty="0"/>
              <a:t>s</a:t>
            </a:r>
          </a:p>
          <a:p>
            <a:endParaRPr lang="de-DE" dirty="0"/>
          </a:p>
          <a:p>
            <a:r>
              <a:rPr lang="de-DE" dirty="0"/>
              <a:t>RTA</a:t>
            </a:r>
          </a:p>
          <a:p>
            <a:r>
              <a:rPr lang="de-DE" dirty="0"/>
              <a:t>Public	:	</a:t>
            </a:r>
            <a:r>
              <a:rPr lang="de-DE" b="0" i="0" dirty="0">
                <a:effectLst/>
                <a:latin typeface="gg sans"/>
              </a:rPr>
              <a:t>14.216</a:t>
            </a:r>
            <a:r>
              <a:rPr lang="de-DE" dirty="0"/>
              <a:t>s</a:t>
            </a:r>
          </a:p>
          <a:p>
            <a:r>
              <a:rPr lang="de-DE" dirty="0"/>
              <a:t>API	:	</a:t>
            </a:r>
            <a:r>
              <a:rPr lang="de-DE" b="0" i="0" dirty="0">
                <a:effectLst/>
                <a:latin typeface="gg sans"/>
              </a:rPr>
              <a:t>19.868</a:t>
            </a:r>
            <a:r>
              <a:rPr lang="de-DE" dirty="0"/>
              <a:t>s</a:t>
            </a:r>
          </a:p>
          <a:p>
            <a:endParaRPr lang="de-DE" dirty="0"/>
          </a:p>
          <a:p>
            <a:r>
              <a:rPr lang="de-DE" dirty="0"/>
              <a:t>XTA</a:t>
            </a:r>
          </a:p>
          <a:p>
            <a:r>
              <a:rPr lang="de-DE" dirty="0"/>
              <a:t>Public	: 	</a:t>
            </a:r>
            <a:r>
              <a:rPr lang="de-DE" b="0" i="0" dirty="0">
                <a:effectLst/>
                <a:latin typeface="gg sans"/>
              </a:rPr>
              <a:t>259.6</a:t>
            </a:r>
            <a:r>
              <a:rPr lang="de-DE" dirty="0"/>
              <a:t>s</a:t>
            </a:r>
          </a:p>
          <a:p>
            <a:r>
              <a:rPr lang="de-DE" dirty="0"/>
              <a:t>API	:	</a:t>
            </a:r>
            <a:r>
              <a:rPr lang="de-DE" b="0" i="0" dirty="0">
                <a:effectLst/>
                <a:latin typeface="gg sans"/>
              </a:rPr>
              <a:t>264.5</a:t>
            </a:r>
            <a:r>
              <a:rPr lang="de-DE" dirty="0"/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30021850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FB423-082F-3BD7-7498-F2C33B89B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5D0678-E745-2DE8-0D9F-707D2DDE2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/>
              <a:t>Common-Collection – Ergebnisse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B63969D-BBCD-84B8-BFF4-BFE4E4C469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sz="1800" dirty="0"/>
              <a:t>			(Public/ API)	       CHA	        / 	       RTA	        / 	       XTA</a:t>
            </a:r>
          </a:p>
          <a:p>
            <a:pPr marL="0" indent="0">
              <a:buNone/>
            </a:pPr>
            <a:r>
              <a:rPr lang="de-DE" sz="1800" dirty="0"/>
              <a:t>commons-codec-1.17.0 (815/1619):		48,83%/ 53,74%	48,34%/ 53,49%	47,85%/ 53,24%	</a:t>
            </a:r>
          </a:p>
          <a:p>
            <a:pPr marL="0" indent="0">
              <a:buNone/>
            </a:pPr>
            <a:r>
              <a:rPr lang="de-DE" sz="1800" dirty="0"/>
              <a:t>commons-io-2.16.1 (3769/5600):		35,90%/ 41,63%	36,38%/ 41,88% 	35,98%/ 41,61%</a:t>
            </a:r>
          </a:p>
          <a:p>
            <a:pPr marL="0" indent="0">
              <a:buNone/>
            </a:pPr>
            <a:r>
              <a:rPr lang="de-DE" sz="1800" dirty="0"/>
              <a:t>commons-lang3-3.14.0 (4478/6803):		37,96%/	44,32%	37,49%/ 43,85%	37,34%/ 43,72%</a:t>
            </a:r>
          </a:p>
          <a:p>
            <a:pPr marL="0" indent="0">
              <a:buNone/>
            </a:pPr>
            <a:r>
              <a:rPr lang="de-DE" sz="1800" dirty="0"/>
              <a:t>easymock-5.3.0 (678/1056):		52,51%/	57,86%	51,62%/ 57,29	51,62%/ 57,29%</a:t>
            </a:r>
          </a:p>
          <a:p>
            <a:pPr marL="0" indent="0">
              <a:buNone/>
            </a:pPr>
            <a:r>
              <a:rPr lang="de-DE" sz="1800" dirty="0"/>
              <a:t>guava-testlib-33.2.1-jre (2866/4817):		43,20%/	52,46%	44,31%/ 52,98% 	43,06%/ 52,04% </a:t>
            </a:r>
          </a:p>
          <a:p>
            <a:pPr marL="0" indent="0">
              <a:buNone/>
            </a:pPr>
            <a:r>
              <a:rPr lang="de-DE" sz="1800" dirty="0"/>
              <a:t>hamcrest-2.2 (626/906):			64,38%/ 69,76%	64,38%/ 69,76% 	64,38%/ 69,76%</a:t>
            </a:r>
          </a:p>
          <a:p>
            <a:pPr marL="0" indent="0">
              <a:buNone/>
            </a:pPr>
            <a:r>
              <a:rPr lang="de-DE" sz="1800" dirty="0"/>
              <a:t>junit-jupiter-api-5.11.0-M2 (1076/1784):	9,39%/ 23,04%	9,94%/ 23,37%	9,76%/ 23,26%</a:t>
            </a:r>
          </a:p>
          <a:p>
            <a:pPr marL="0" indent="0">
              <a:buNone/>
            </a:pPr>
            <a:r>
              <a:rPr lang="de-DE" sz="1800" dirty="0"/>
              <a:t>junit-jupiter-engine-5.11.0-M2 (1746/3161):	10,88%/ 12,94%	10,42%/ 13,22%	9,91%/ 12,94%</a:t>
            </a:r>
          </a:p>
          <a:p>
            <a:pPr marL="0" indent="0">
              <a:buNone/>
            </a:pPr>
            <a:r>
              <a:rPr lang="de-DE" sz="1800" dirty="0"/>
              <a:t>junit-jupiter-params-5.11.0-M2 (2795/4681):	44,62%/ 55,46%	43,97%/ 55,50% 	43,29%/ 55,10%</a:t>
            </a:r>
          </a:p>
        </p:txBody>
      </p:sp>
    </p:spTree>
    <p:extLst>
      <p:ext uri="{BB962C8B-B14F-4D97-AF65-F5344CB8AC3E}">
        <p14:creationId xmlns:p14="http://schemas.microsoft.com/office/powerpoint/2010/main" val="7401906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3E3F8-8C52-99B6-CCF7-9CA234259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E09758-3614-2A1D-B155-CA2C80796B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85739"/>
            <a:ext cx="9144000" cy="989972"/>
          </a:xfrm>
        </p:spPr>
        <p:txBody>
          <a:bodyPr>
            <a:normAutofit/>
          </a:bodyPr>
          <a:lstStyle/>
          <a:p>
            <a:r>
              <a:rPr lang="de-DE" dirty="0" err="1"/>
              <a:t>Guice</a:t>
            </a:r>
            <a:r>
              <a:rPr lang="de-DE" dirty="0"/>
              <a:t> – Laufzeit (10 Läufe)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25EA846-6CC4-B7F8-77C1-2D2B6FCD923D}"/>
              </a:ext>
            </a:extLst>
          </p:cNvPr>
          <p:cNvSpPr txBox="1"/>
          <p:nvPr/>
        </p:nvSpPr>
        <p:spPr>
          <a:xfrm>
            <a:off x="526274" y="1866486"/>
            <a:ext cx="1129514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Erstellung </a:t>
            </a:r>
            <a:r>
              <a:rPr lang="de-DE" dirty="0" err="1"/>
              <a:t>Callgraph</a:t>
            </a:r>
            <a:r>
              <a:rPr lang="de-DE" dirty="0"/>
              <a:t> und Analyse, welche Methoden Library-Methoden sind (oder Felder).</a:t>
            </a:r>
          </a:p>
          <a:p>
            <a:endParaRPr lang="de-DE" dirty="0"/>
          </a:p>
          <a:p>
            <a:r>
              <a:rPr lang="de-DE" dirty="0"/>
              <a:t>CHA</a:t>
            </a:r>
          </a:p>
          <a:p>
            <a:r>
              <a:rPr lang="de-DE" dirty="0"/>
              <a:t>Public	:	</a:t>
            </a:r>
            <a:r>
              <a:rPr lang="de-DE" b="0" i="0" dirty="0">
                <a:effectLst/>
                <a:latin typeface="gg sans"/>
              </a:rPr>
              <a:t>1,610</a:t>
            </a:r>
            <a:r>
              <a:rPr lang="de-DE" dirty="0"/>
              <a:t>s	</a:t>
            </a:r>
          </a:p>
          <a:p>
            <a:r>
              <a:rPr lang="de-DE" dirty="0"/>
              <a:t>API	:	</a:t>
            </a:r>
            <a:r>
              <a:rPr lang="de-DE" b="0" i="0" dirty="0">
                <a:effectLst/>
                <a:latin typeface="gg sans"/>
              </a:rPr>
              <a:t>2,585</a:t>
            </a:r>
            <a:r>
              <a:rPr lang="de-DE" dirty="0"/>
              <a:t>s</a:t>
            </a:r>
          </a:p>
          <a:p>
            <a:endParaRPr lang="de-DE" dirty="0"/>
          </a:p>
          <a:p>
            <a:r>
              <a:rPr lang="de-DE" dirty="0"/>
              <a:t>RTA</a:t>
            </a:r>
          </a:p>
          <a:p>
            <a:r>
              <a:rPr lang="de-DE" dirty="0"/>
              <a:t>Public	:	</a:t>
            </a:r>
            <a:r>
              <a:rPr lang="de-DE" b="0" i="0" dirty="0">
                <a:effectLst/>
                <a:latin typeface="gg sans"/>
              </a:rPr>
              <a:t>1,697</a:t>
            </a:r>
            <a:r>
              <a:rPr lang="de-DE" dirty="0"/>
              <a:t>s</a:t>
            </a:r>
          </a:p>
          <a:p>
            <a:r>
              <a:rPr lang="de-DE" dirty="0"/>
              <a:t>API	:	</a:t>
            </a:r>
            <a:r>
              <a:rPr lang="de-DE" b="0" i="0" dirty="0">
                <a:effectLst/>
                <a:latin typeface="gg sans"/>
              </a:rPr>
              <a:t>2,640</a:t>
            </a:r>
            <a:r>
              <a:rPr lang="de-DE" dirty="0"/>
              <a:t>s</a:t>
            </a:r>
          </a:p>
          <a:p>
            <a:endParaRPr lang="de-DE" dirty="0"/>
          </a:p>
          <a:p>
            <a:r>
              <a:rPr lang="de-DE" dirty="0"/>
              <a:t>XTA</a:t>
            </a:r>
          </a:p>
          <a:p>
            <a:r>
              <a:rPr lang="de-DE" dirty="0"/>
              <a:t>Public	: 	</a:t>
            </a:r>
            <a:r>
              <a:rPr lang="de-DE" b="0" i="0" dirty="0">
                <a:effectLst/>
                <a:latin typeface="gg sans"/>
              </a:rPr>
              <a:t>6,455</a:t>
            </a:r>
            <a:r>
              <a:rPr lang="de-DE" dirty="0"/>
              <a:t>s</a:t>
            </a:r>
          </a:p>
          <a:p>
            <a:r>
              <a:rPr lang="de-DE" dirty="0"/>
              <a:t>API	:	</a:t>
            </a:r>
            <a:r>
              <a:rPr lang="de-DE" b="0" i="0" dirty="0">
                <a:effectLst/>
                <a:latin typeface="gg sans"/>
              </a:rPr>
              <a:t>7.378</a:t>
            </a:r>
            <a:r>
              <a:rPr lang="de-DE" dirty="0"/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22089700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1AAA9-3275-DBF9-FD6C-E06ED0563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CCF9B7-3F2D-0223-589E-C6EC59642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 err="1"/>
              <a:t>Guice</a:t>
            </a:r>
            <a:r>
              <a:rPr lang="de-DE" dirty="0"/>
              <a:t> – Ergebnisse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1CE1452-0F75-F8D6-0209-B0BC367E3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sz="1800" dirty="0"/>
              <a:t>			(Public/ API)	       CHA	        / 	       RTA	        / 	       XTA</a:t>
            </a:r>
          </a:p>
          <a:p>
            <a:pPr marL="0" indent="0">
              <a:buNone/>
            </a:pPr>
            <a:r>
              <a:rPr lang="de-DE" sz="1800" dirty="0"/>
              <a:t>asm-9.5 (314/1310):			64,65%/ 43,74%	50,64%/ 40,38%	50%/ 40,23%</a:t>
            </a:r>
          </a:p>
          <a:p>
            <a:pPr marL="0" indent="0">
              <a:buNone/>
            </a:pPr>
            <a:r>
              <a:rPr lang="de-DE" sz="1800" dirty="0"/>
              <a:t>guava-testlib-31.0.1-jre (2826/4694):		43,63%/ 52,30%	44,13%/ 51,92%	42,78%/ 50,92%</a:t>
            </a:r>
          </a:p>
          <a:p>
            <a:pPr marL="0" indent="0">
              <a:buNone/>
            </a:pPr>
            <a:r>
              <a:rPr lang="de-DE" sz="1800" dirty="0"/>
              <a:t>jsr305-3.0.1 (28/35):			14,29%/ 28,57% 	14,29%/ 28,57% 	14,29%/ 28,57%</a:t>
            </a:r>
          </a:p>
          <a:p>
            <a:pPr marL="0" indent="0">
              <a:buNone/>
            </a:pPr>
            <a:r>
              <a:rPr lang="de-DE" sz="1800" dirty="0"/>
              <a:t>junit-4.13.2 (1091/2337):			72,78%/ 73,64%	73,33%/ 73,90%	72,14%/ 73,13%</a:t>
            </a:r>
          </a:p>
          <a:p>
            <a:pPr marL="0" indent="0">
              <a:buNone/>
            </a:pPr>
            <a:r>
              <a:rPr lang="de-DE" sz="1800" dirty="0"/>
              <a:t>truth-1.1.3 (463/1295):			42,98%/ 52,43%	41,04%/ 52,74% 	31,97%/ 49,34%</a:t>
            </a:r>
          </a:p>
        </p:txBody>
      </p:sp>
    </p:spTree>
    <p:extLst>
      <p:ext uri="{BB962C8B-B14F-4D97-AF65-F5344CB8AC3E}">
        <p14:creationId xmlns:p14="http://schemas.microsoft.com/office/powerpoint/2010/main" val="2046663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C875E2-640F-30F6-D94B-AB5C894BC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/>
              <a:t>Auswertung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0E52CB8-388A-BB4B-7033-3B1D4D10C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Unterschied Ergebnisse: Bis auf </a:t>
            </a:r>
            <a:r>
              <a:rPr lang="de-DE" dirty="0" err="1"/>
              <a:t>truth</a:t>
            </a:r>
            <a:r>
              <a:rPr lang="de-DE" dirty="0"/>
              <a:t> bei GSON keine wirklichen Unterschiede (Fehler bei Implementation?)</a:t>
            </a:r>
          </a:p>
          <a:p>
            <a:pPr marL="0" indent="0">
              <a:buNone/>
            </a:pPr>
            <a:r>
              <a:rPr lang="de-DE" dirty="0"/>
              <a:t>Performance: CHA und RTA nehmen sich bei wenig bis nichts, während XTA deutlich mehr Zeit benötigt</a:t>
            </a:r>
          </a:p>
          <a:p>
            <a:pPr marL="0" indent="0">
              <a:buNone/>
            </a:pPr>
            <a:r>
              <a:rPr lang="de-DE" dirty="0"/>
              <a:t>Welche Arten werden gefunden: Weil der Unterschied nur sehr gering schwer feststellbar (Aufrufe von Konstruktoren fallen eher weg)</a:t>
            </a:r>
          </a:p>
          <a:p>
            <a:pPr marL="0" indent="0">
              <a:buNone/>
            </a:pPr>
            <a:r>
              <a:rPr lang="de-DE" dirty="0"/>
              <a:t>Bester </a:t>
            </a:r>
            <a:r>
              <a:rPr lang="de-DE" dirty="0" err="1"/>
              <a:t>TradeOff</a:t>
            </a:r>
            <a:r>
              <a:rPr lang="de-DE" dirty="0"/>
              <a:t>: Bei uns gibt es nur wenige Unterschiede, außer in der Laufzeit. Deshalb RTA, aber erwartbar wären vermutlich bei großen Projekten CHA oder RTA und bei kleinen Projekten XTA.</a:t>
            </a:r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267904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F738D9-CFAD-46F6-64EA-C94832904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Alternative (Unterschiede auch </a:t>
            </a:r>
            <a:r>
              <a:rPr lang="de-DE"/>
              <a:t>eher gering)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F64FF7EE-4529-E7F2-5756-21B7920465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32999"/>
            <a:ext cx="10515600" cy="3736590"/>
          </a:xfrm>
        </p:spPr>
      </p:pic>
    </p:spTree>
    <p:extLst>
      <p:ext uri="{BB962C8B-B14F-4D97-AF65-F5344CB8AC3E}">
        <p14:creationId xmlns:p14="http://schemas.microsoft.com/office/powerpoint/2010/main" val="31810764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1146</Words>
  <Application>Microsoft Office PowerPoint</Application>
  <PresentationFormat>Breitbild</PresentationFormat>
  <Paragraphs>136</Paragraphs>
  <Slides>18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18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gg sans</vt:lpstr>
      <vt:lpstr>Office</vt:lpstr>
      <vt:lpstr>Statische Programmanalyse</vt:lpstr>
      <vt:lpstr>Theorie – Konfigurierbarkeit (inkl. Paths)</vt:lpstr>
      <vt:lpstr>Theorie – Library-Methoden erhalten</vt:lpstr>
      <vt:lpstr>Theorie – Prüfen, wann Library-Methode </vt:lpstr>
      <vt:lpstr>Theorie – Ausgabe</vt:lpstr>
      <vt:lpstr>Praxis – Kommandozeilenparameter</vt:lpstr>
      <vt:lpstr>Praxis – Library-Methoden (und Felder)</vt:lpstr>
      <vt:lpstr>Praxis – Public (Angeboten/Benutzt)</vt:lpstr>
      <vt:lpstr>Praxis - API</vt:lpstr>
      <vt:lpstr>Benchmark GSON, Common-Collection, ?</vt:lpstr>
      <vt:lpstr>GSON – Laufzeit (10 Läufe)</vt:lpstr>
      <vt:lpstr>GSON – Ergebnisse</vt:lpstr>
      <vt:lpstr>Common-Collection – Laufzeit (10 Läufe)</vt:lpstr>
      <vt:lpstr>Common-Collection – Ergebnisse</vt:lpstr>
      <vt:lpstr>Guice – Laufzeit (10 Läufe)</vt:lpstr>
      <vt:lpstr>Guice – Ergebnisse</vt:lpstr>
      <vt:lpstr>Auswertung</vt:lpstr>
      <vt:lpstr>Alternative (Unterschiede auch eher gering)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Roman Pauli</dc:creator>
  <cp:lastModifiedBy>Roman Pauli</cp:lastModifiedBy>
  <cp:revision>23</cp:revision>
  <dcterms:created xsi:type="dcterms:W3CDTF">2024-11-19T10:54:50Z</dcterms:created>
  <dcterms:modified xsi:type="dcterms:W3CDTF">2024-11-20T09:33:12Z</dcterms:modified>
</cp:coreProperties>
</file>